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30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Alzheimer's Disease Classification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Brain MRI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E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Medical Image Processing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958287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CNN · TensorFlow / </a:t>
            </a:r>
            <a:r>
              <a:rPr lang="en-US" sz="1300" dirty="0" err="1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</a:p>
          <a:p>
            <a:pPr marL="0" indent="0">
              <a:buNone/>
            </a:pPr>
            <a:endParaRPr lang="en-US" sz="1300" dirty="0">
              <a:solidFill>
                <a:srgbClr val="9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Harsha Lakkireddy</a:t>
            </a:r>
            <a:endParaRPr lang="en-US" sz="1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81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481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258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258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035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Augmentation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035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8130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37947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38130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Metrics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590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We Found &amp; Fixed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45720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4590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5367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0" y="534924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3315C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9400" y="53675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disease is usually found late — after real brain damage has already happened. Early signs are hard to see by eye in a routine scan.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that reads a brain MRI scan and classifies it into one of four stages, to support faster, more consistent early screening — not to replace a doctor's diagnosis.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NonDemented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signs of the disease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6576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VeryMildDemented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early signs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6576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MildDemented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signs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365760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3794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ModerateDemented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Dataset (4 class of Images) — Kaggle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VeryMildDemented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6,400 images across 4 classes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1554480"/>
            <a:ext cx="566928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Used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2148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</a:t>
            </a: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
</a:t>
            </a: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of which 85% train / 15% validation
</a:t>
            </a: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</a:t>
            </a: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data (never seen during training)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MRI Scans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image per class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pic>
        <p:nvPicPr>
          <p:cNvPr id="6" name="Image 0" descr="sample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34440"/>
            <a:ext cx="5577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FF0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ModerateDemented has only 64 images — 50x fewer than NonDemented (3,200). Left as-is, the model would learn to mostly ignore the rare class, since predicting the majority class already looks 'accurate' on paper.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ECF9F7"/>
          </a:solidFill>
          <a:ln w="12700">
            <a:solidFill>
              <a:srgbClr val="6EC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Class Weights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96596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scikit-learn's compute_class_weight('balanced', ...) gives each class a weight inverse to its size. During training, mistakes on rare classes (like ModerateDemented) are penalized more heavily, pushing the model to actually learn their patterns instead of ignoring them.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(rotation, zoom, horizontal flip) is also applied to training images, which further helps the model generalize with limited examples.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EC8C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81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EC8C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481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train the CNN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718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EC8C4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898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resize MRI images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78892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97180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EC8C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898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3291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and number operations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891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EC8C4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709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accuracy, loss, confusion matrix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420624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3891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EC8C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315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4709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split, class weights, metrics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912" y="1742492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530912" y="1630524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0060" y="11784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8678" y="1784946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95168" y="1742492"/>
            <a:ext cx="1691640" cy="1322614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2406676" y="171683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08860" y="11784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86808" y="1753222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74820" y="1753222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4244341" y="168231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73506" y="114113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4081" y="1734561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753222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702836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63590" y="11784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92617" y="1747624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55280" y="1753222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1725697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1188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31680" y="1735028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14560" y="1753222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814560" y="1648252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55480" y="1188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lang="en-US" sz="1400" dirty="0"/>
              <a:t>The dataset must be separated into training and test data before the image data generators are created.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lang="en-US" sz="1400" dirty="0"/>
              <a:t>Training data is used to learn CNN parameters; test data is reserved for final evaluation.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lang="en-US" sz="1400" dirty="0"/>
              <a:t>The first run created the data loaders before the train/test split folders existed.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lang="en-US" sz="1400" dirty="0"/>
              <a:t>As a result, the training pipeline operated on the wrong data and produced an initial test accuracy of 52.15%.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lang="en-US" sz="1400" dirty="0"/>
              <a:t>The issue was identified as a data-pipeline ordering problem rather than evidence that the CNN architecture itself was ineffective.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are randomly rotated (±10°), zoomed (10%), and horizontally flipped on the fly. This teaches the model general shape patterns instead of memorizing exact pixel positions — important with a modest dataset size, especially for the rare </a:t>
            </a:r>
            <a:r>
              <a:rPr lang="en-US" sz="1400" dirty="0" err="1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ModerateDemented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class.</a:t>
            </a:r>
            <a:endParaRPr lang="en-US" sz="1400" dirty="0"/>
          </a:p>
          <a:p>
            <a:pPr marL="0" indent="0">
              <a:buNone/>
            </a:pPr>
            <a:endParaRPr lang="en-US" sz="1400" i="1" dirty="0">
              <a:solidFill>
                <a:srgbClr val="5A65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image-classification pipeline, from raw MRI scans to a saved, reusable model.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— CNN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F4F7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× 150 × 3 image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3703320" cy="475488"/>
          </a:xfrm>
          <a:prstGeom prst="roundRect">
            <a:avLst>
              <a:gd name="adj" fmla="val 9615"/>
            </a:avLst>
          </a:prstGeom>
          <a:solidFill>
            <a:srgbClr val="13315C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562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85623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3×3, ReLU + MaxPooling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4480560" cy="475488"/>
          </a:xfrm>
          <a:prstGeom prst="roundRect">
            <a:avLst>
              <a:gd name="adj" fmla="val 9615"/>
            </a:avLst>
          </a:prstGeom>
          <a:solidFill>
            <a:srgbClr val="13315C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780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47802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filters, 3×3, ReLU + MaxPooling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99816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13315C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98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09981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filters, 3×3, ReLU + MaxPooling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5A6570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216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72160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feature maps to a 1D vector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6812280" cy="475488"/>
          </a:xfrm>
          <a:prstGeom prst="roundRect">
            <a:avLst>
              <a:gd name="adj" fmla="val 9615"/>
            </a:avLst>
          </a:prstGeom>
          <a:solidFill>
            <a:srgbClr val="5A6570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4343400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— randomly drops units to reduce overfitting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65192"/>
            <a:ext cx="7589520" cy="475488"/>
          </a:xfrm>
          <a:prstGeom prst="roundRect">
            <a:avLst>
              <a:gd name="adj" fmla="val 9615"/>
            </a:avLst>
          </a:prstGeom>
          <a:solidFill>
            <a:srgbClr val="0B2545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651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03120" y="496519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units, ReLU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586984"/>
            <a:ext cx="8366760" cy="475488"/>
          </a:xfrm>
          <a:prstGeom prst="roundRect">
            <a:avLst>
              <a:gd name="adj" fmla="val 9615"/>
            </a:avLst>
          </a:prstGeom>
          <a:solidFill>
            <a:srgbClr val="B85042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58698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03120" y="5586984"/>
            <a:ext cx="6720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4 units, Softmax → class probabilities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509760" y="1234440"/>
            <a:ext cx="2103120" cy="51206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46920" y="187452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blocks
</a:t>
            </a:r>
            <a:r>
              <a:rPr lang="en-US" sz="2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
</a:t>
            </a:r>
            <a:r>
              <a:rPr lang="en-US" sz="2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</a:t>
            </a: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the learning rate automatically as training goes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874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Cross-Entropy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choice for multi-class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1874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7532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images processed together per training step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31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limit on training rounds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931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Patience = 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2628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if validation loss doesn't improve for 5 rounds, and restores the best weights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74904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931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7532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 (like ModerateDemented) get more weight in the loss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epochs (early stopping triggered)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pic>
        <p:nvPicPr>
          <p:cNvPr id="6" name="Image 0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424160" cy="3419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is noisy epoch-to-epoch (small validation set: 766 images) but the overall trend climbs alongside training accuracy — a sign of genuine learning, not memorization.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CF9F7"/>
          </a:solidFill>
          <a:ln w="12700">
            <a:solidFill>
              <a:srgbClr val="6EC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52.15%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13716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7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508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1.0026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023360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3716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0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508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680960" y="23774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the buggy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(3.43% → 52.15%)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2057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VeryMildDemented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true class, Columns = predicted class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pic>
        <p:nvPicPr>
          <p:cNvPr id="6" name="Image 0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49" y="1298448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 in Plain Words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" cy="105156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NonDemented (75% precision)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3716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 'no signs', it is usually right.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09728" cy="1051560"/>
          </a:xfrm>
          <a:prstGeom prst="round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ModerateDemented (23% recall)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64 training images total — not enough examples to learn from.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09728" cy="1051560"/>
          </a:xfrm>
          <a:prstGeom prst="roundRect">
            <a:avLst/>
          </a:prstGeom>
          <a:solidFill>
            <a:srgbClr val="E0A45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40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84048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MildDemented ↔ VeryMildDemented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8404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brain changes look visually similar, even to the model.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09728" cy="1051560"/>
          </a:xfrm>
          <a:prstGeom prst="roundRect">
            <a:avLst/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749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50749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52.15% test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50749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proof of concept for a from-scratch CNN — not yet clinical-grade.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 We Found &amp; Fixed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0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no better than random guessing across 4 classes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train/validation data generators were built before the code that creates the train/test folders had run. The model trained on empty or mismatched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ECF9F7"/>
          </a:solidFill>
          <a:ln w="12700">
            <a:solidFill>
              <a:srgbClr val="6EC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52.15%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a real, working result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33832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reordered the code (in train_model.py) so the train/test split always runs first, before the data generators are built. Confirmed by re-running the notebook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Screening/support tool only — not a medical diagnosis tool.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2585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ModerateDemented predictions are unreliable (only 23% recall) due to very few training images (64 total).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1272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52.15% accuracy is a proof of concept, not yet clinical-grade.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99592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on one dataset — unknown how well it generalizes to scans from other hospitals or scanners.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646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validation set (766 images) makes epoch-to-epoch validation metrics noisy.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ModerateDemented images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targeted augmentation for just that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508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transfer learning (e.g. InceptionV3)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2057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far fewer images to reach good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explainability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doctors which part of the scan drove a prediction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9718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108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scans from other hospitals/scanners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657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how well the model generalizes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09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longer with a learning-rate schedule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was still moving when training stopped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6537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MRI Classification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 pipeline for classifying Alzheimer's disease stages from brain MRI scans — from raw images to a trained, saved model that predicts on new scans.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a data-pipeline ordering bug, the model reached 52.15% test accuracy across 4 classes, with especially strong performance on NonDemented scans.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CF9F7"/>
          </a:solidFill>
          <a:ln w="12700">
            <a:solidFill>
              <a:srgbClr val="6EC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order matters as much as model design. The same CNN silently scored 3% and later 52% (real learning) purely based on a code-ordering fix — always verify your data loaders are actually pointing at real, non-empty data.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6EC8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1367</Words>
  <Application>Microsoft Office PowerPoint</Application>
  <PresentationFormat>Widescreen</PresentationFormat>
  <Paragraphs>278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Harsha lakkireddy</cp:lastModifiedBy>
  <cp:revision>2</cp:revision>
  <dcterms:created xsi:type="dcterms:W3CDTF">2026-08-22T01:37:54Z</dcterms:created>
  <dcterms:modified xsi:type="dcterms:W3CDTF">2026-08-22T13:07:02Z</dcterms:modified>
</cp:coreProperties>
</file>